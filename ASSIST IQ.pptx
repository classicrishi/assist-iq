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87" r:id="rId7"/>
    <p:sldId id="286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ASSIST IQ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integrated smart assistance platform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In today's fast-paced world, essential services such as: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🩹 First Aid Guidance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🍔 Food Delivery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🚗 Roadside Vehicle Assistance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👮 Nearby Police Station Locator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Challenges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Users need multiple apps for different services.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Difficult to access services quickly during emergencies.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Time is wasted searching for reliable service providers.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Poor accessibility in stressful situations.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No unified platform offering all these essential services.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BD6B10-AF97-02E6-F36E-29493801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61EC-F8BF-0677-86C8-F78BDB3A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E6077C-119D-1433-6BBE-7EAB63C5C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Assist IQ</a:t>
            </a:r>
            <a:r>
              <a:rPr lang="en-IN" dirty="0"/>
              <a:t> is a web-based integrated assistance platform that provides multiple essential services through a single interface.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Features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🩹 Interactive First Aid Guidance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🍕 Food Delivery Access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🚙 Roadside Vehicle Assistance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📍 Nearby Police Station Finder using Maps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User-friendly Dashboard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Location-based Service Recommendations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23A5BF-9B5B-0202-89B9-D1713CE6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8B3C6-BDB7-7F36-FBA5-C6B3942A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81032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F32F-9BCD-A846-7BA4-5F569A5A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BB67F-8F18-1896-5574-2BD8F69E0C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9501933" cy="4588803"/>
          </a:xfrm>
        </p:spPr>
        <p:txBody>
          <a:bodyPr/>
          <a:lstStyle/>
          <a:p>
            <a:pPr marL="457200" lvl="1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1E701-FB08-85D0-3C9F-93F6FF57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AABD8C-2EDB-25FA-4E3E-90BCA848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IDEA WORKS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16377-10FB-3B1F-7FA5-33E19F594A88}"/>
              </a:ext>
            </a:extLst>
          </p:cNvPr>
          <p:cNvSpPr/>
          <p:nvPr/>
        </p:nvSpPr>
        <p:spPr>
          <a:xfrm>
            <a:off x="951721" y="1716833"/>
            <a:ext cx="2379307" cy="755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logs into the web application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35F07-84BE-0C01-644E-7A2E424CD025}"/>
              </a:ext>
            </a:extLst>
          </p:cNvPr>
          <p:cNvSpPr/>
          <p:nvPr/>
        </p:nvSpPr>
        <p:spPr>
          <a:xfrm>
            <a:off x="951721" y="2961951"/>
            <a:ext cx="2379307" cy="755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detects the user location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CBE8C5-65BB-C83C-056B-980AF8F6DC3D}"/>
              </a:ext>
            </a:extLst>
          </p:cNvPr>
          <p:cNvSpPr/>
          <p:nvPr/>
        </p:nvSpPr>
        <p:spPr>
          <a:xfrm>
            <a:off x="951721" y="4152122"/>
            <a:ext cx="2379307" cy="830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selects the required service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25D1AE-CC4C-D364-4901-5F75EC70BA11}"/>
              </a:ext>
            </a:extLst>
          </p:cNvPr>
          <p:cNvSpPr/>
          <p:nvPr/>
        </p:nvSpPr>
        <p:spPr>
          <a:xfrm>
            <a:off x="951721" y="5393094"/>
            <a:ext cx="3666932" cy="755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Firstaid</a:t>
            </a:r>
            <a:r>
              <a:rPr lang="en-US" dirty="0"/>
              <a:t>, Food </a:t>
            </a:r>
            <a:r>
              <a:rPr lang="en-US" dirty="0" err="1"/>
              <a:t>Delievery</a:t>
            </a:r>
            <a:r>
              <a:rPr lang="en-US" dirty="0"/>
              <a:t>, Vehicle assistance, police stations nearby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22004-42AA-ED9A-FBCB-AFD93FF77305}"/>
              </a:ext>
            </a:extLst>
          </p:cNvPr>
          <p:cNvSpPr/>
          <p:nvPr/>
        </p:nvSpPr>
        <p:spPr>
          <a:xfrm>
            <a:off x="4795932" y="2087180"/>
            <a:ext cx="2948473" cy="755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application processes the request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9399EB-0070-0F45-9F5B-0D5D86D007FC}"/>
              </a:ext>
            </a:extLst>
          </p:cNvPr>
          <p:cNvSpPr/>
          <p:nvPr/>
        </p:nvSpPr>
        <p:spPr>
          <a:xfrm>
            <a:off x="4739948" y="3296584"/>
            <a:ext cx="3060441" cy="14369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Relevant information or nearby service providers displayed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237984-0F1E-398D-00D8-FB75A5299265}"/>
              </a:ext>
            </a:extLst>
          </p:cNvPr>
          <p:cNvSpPr/>
          <p:nvPr/>
        </p:nvSpPr>
        <p:spPr>
          <a:xfrm>
            <a:off x="4795932" y="5187124"/>
            <a:ext cx="3135086" cy="951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receives assistance quickly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77EC00-2543-B8A7-A46D-D09B36CE2B9A}"/>
              </a:ext>
            </a:extLst>
          </p:cNvPr>
          <p:cNvCxnSpPr/>
          <p:nvPr/>
        </p:nvCxnSpPr>
        <p:spPr>
          <a:xfrm>
            <a:off x="2118049" y="2351314"/>
            <a:ext cx="0" cy="610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D4509E-08BC-90CB-2512-C27AC0F68AC4}"/>
              </a:ext>
            </a:extLst>
          </p:cNvPr>
          <p:cNvCxnSpPr>
            <a:stCxn id="6" idx="2"/>
            <a:endCxn id="12" idx="0"/>
          </p:cNvCxnSpPr>
          <p:nvPr/>
        </p:nvCxnSpPr>
        <p:spPr>
          <a:xfrm>
            <a:off x="2141375" y="3717730"/>
            <a:ext cx="0" cy="4343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58763E-53DA-9B02-0CB6-D4F2181D4C38}"/>
              </a:ext>
            </a:extLst>
          </p:cNvPr>
          <p:cNvCxnSpPr>
            <a:stCxn id="12" idx="2"/>
          </p:cNvCxnSpPr>
          <p:nvPr/>
        </p:nvCxnSpPr>
        <p:spPr>
          <a:xfrm>
            <a:off x="2141375" y="4982547"/>
            <a:ext cx="0" cy="410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3509BF-B0BB-C7AB-D8AE-04455DE42AC7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6270169" y="2842959"/>
            <a:ext cx="0" cy="453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3ED0D62-F6E5-A3FD-A2A1-48E123FDEAF5}"/>
              </a:ext>
            </a:extLst>
          </p:cNvPr>
          <p:cNvCxnSpPr>
            <a:stCxn id="15" idx="4"/>
            <a:endCxn id="16" idx="0"/>
          </p:cNvCxnSpPr>
          <p:nvPr/>
        </p:nvCxnSpPr>
        <p:spPr>
          <a:xfrm>
            <a:off x="6270169" y="4733499"/>
            <a:ext cx="93306" cy="453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6EC3CF-284E-13A1-EE1F-BFEF76D9CE64}"/>
              </a:ext>
            </a:extLst>
          </p:cNvPr>
          <p:cNvCxnSpPr/>
          <p:nvPr/>
        </p:nvCxnSpPr>
        <p:spPr>
          <a:xfrm flipV="1">
            <a:off x="3890865" y="2472612"/>
            <a:ext cx="0" cy="29204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264C05-8858-2AC9-AEBA-195E48C46AEB}"/>
              </a:ext>
            </a:extLst>
          </p:cNvPr>
          <p:cNvCxnSpPr>
            <a:endCxn id="14" idx="1"/>
          </p:cNvCxnSpPr>
          <p:nvPr/>
        </p:nvCxnSpPr>
        <p:spPr>
          <a:xfrm flipV="1">
            <a:off x="3890865" y="2465070"/>
            <a:ext cx="905067" cy="7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1431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F0A7-E853-B631-CAF7-F3C257A2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AAFE62-8FDE-9CA0-C9E9-E4621877DB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What makes Assist IQ unique?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Four essential services integrated into one platform.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Location-aware recommendations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Fast emergency assistance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Eliminates the need for switching between multiple apps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Simple and intuitive interface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Expandable architecture for adding future services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Unique Value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"One Platform for Multiple Essential Needs."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2B81A-7C26-03B1-B805-B10E450E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9F757-4397-A61A-A699-5E07DB50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/ UNIQUENESS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7256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DE0A-A359-78B5-715C-12BA20B6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AD6842-E0D7-11B0-6C57-C4947FD55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Target Users</a:t>
            </a:r>
          </a:p>
          <a:p>
            <a:pPr lvl="0"/>
            <a:r>
              <a:rPr lang="en-IN" dirty="0"/>
              <a:t>Students </a:t>
            </a:r>
          </a:p>
          <a:p>
            <a:pPr lvl="0"/>
            <a:r>
              <a:rPr lang="en-IN" dirty="0"/>
              <a:t>Working Professionals  </a:t>
            </a:r>
          </a:p>
          <a:p>
            <a:pPr lvl="0"/>
            <a:r>
              <a:rPr lang="en-IN" dirty="0"/>
              <a:t>Vehicle Owners </a:t>
            </a:r>
          </a:p>
          <a:p>
            <a:pPr lvl="0"/>
            <a:r>
              <a:rPr lang="en-IN" dirty="0"/>
              <a:t>Tourists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Benefits</a:t>
            </a:r>
          </a:p>
          <a:p>
            <a:pPr lvl="0"/>
            <a:r>
              <a:rPr lang="en-IN" dirty="0"/>
              <a:t>Saves time </a:t>
            </a:r>
          </a:p>
          <a:p>
            <a:pPr lvl="0"/>
            <a:r>
              <a:rPr lang="en-IN" dirty="0"/>
              <a:t>Easy accessibility </a:t>
            </a:r>
          </a:p>
          <a:p>
            <a:pPr lvl="0"/>
            <a:r>
              <a:rPr lang="en-IN" dirty="0"/>
              <a:t>Faster emergency response </a:t>
            </a:r>
          </a:p>
          <a:p>
            <a:pPr lvl="0"/>
            <a:r>
              <a:rPr lang="en-IN" dirty="0"/>
              <a:t>Improved convenience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B19F4A-7D19-9832-2928-0CA4FE7B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7E993F-EE6C-5043-08CB-EDC0671A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USERS &amp; BENEFITS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2623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8895-BFE5-DB1D-CE6D-CFE081BD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BDFE02-912F-CEBC-3092-7C91178455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Technologies Used</a:t>
            </a:r>
          </a:p>
          <a:p>
            <a:r>
              <a:rPr lang="en-IN" b="1" dirty="0"/>
              <a:t>Frontend</a:t>
            </a:r>
          </a:p>
          <a:p>
            <a:pPr lvl="0"/>
            <a:r>
              <a:rPr lang="en-IN" dirty="0"/>
              <a:t>HTML </a:t>
            </a:r>
          </a:p>
          <a:p>
            <a:pPr lvl="0"/>
            <a:r>
              <a:rPr lang="en-IN" dirty="0"/>
              <a:t>CSS </a:t>
            </a:r>
          </a:p>
          <a:p>
            <a:pPr lvl="0"/>
            <a:r>
              <a:rPr lang="en-IN" dirty="0"/>
              <a:t>JavaScript </a:t>
            </a:r>
          </a:p>
          <a:p>
            <a:pPr marL="0" indent="0">
              <a:buNone/>
            </a:pPr>
            <a:r>
              <a:rPr lang="en-IN" b="1" dirty="0"/>
              <a:t>Backend</a:t>
            </a:r>
          </a:p>
          <a:p>
            <a:pPr lvl="0"/>
            <a:r>
              <a:rPr lang="en-IN" dirty="0"/>
              <a:t>Node.js </a:t>
            </a:r>
          </a:p>
          <a:p>
            <a:pPr lvl="0"/>
            <a:r>
              <a:rPr lang="en-IN" dirty="0"/>
              <a:t>Express.js </a:t>
            </a:r>
          </a:p>
          <a:p>
            <a:pPr marL="0" indent="0">
              <a:buNone/>
            </a:pPr>
            <a:r>
              <a:rPr lang="en-IN" b="1" dirty="0"/>
              <a:t>Database and File system</a:t>
            </a:r>
          </a:p>
          <a:p>
            <a:pPr lvl="0"/>
            <a:r>
              <a:rPr lang="en-IN" dirty="0"/>
              <a:t>MongoDB </a:t>
            </a:r>
          </a:p>
          <a:p>
            <a:pPr lvl="0"/>
            <a:r>
              <a:rPr lang="en-IN" dirty="0" err="1"/>
              <a:t>GridFS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9ED5C-16B7-5043-75A0-2CF680DD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8AE4CB-2F1E-0AE9-D55B-02D3B39F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453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4748-22B4-488D-C592-7595F5CC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ED22D7-C852-D9BE-6BE3-A8A1CF7E1F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237999"/>
            <a:ext cx="6718300" cy="409324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APIs</a:t>
            </a:r>
          </a:p>
          <a:p>
            <a:pPr lvl="0"/>
            <a:r>
              <a:rPr lang="en-IN" dirty="0"/>
              <a:t>Google Maps API </a:t>
            </a:r>
          </a:p>
          <a:p>
            <a:pPr lvl="0"/>
            <a:r>
              <a:rPr lang="en-IN" dirty="0"/>
              <a:t>Location Services </a:t>
            </a:r>
          </a:p>
          <a:p>
            <a:pPr lvl="0"/>
            <a:r>
              <a:rPr lang="en-IN" dirty="0"/>
              <a:t>Food Delivery API (Future Integration) </a:t>
            </a:r>
          </a:p>
          <a:p>
            <a:pPr lvl="0"/>
            <a:r>
              <a:rPr lang="en-IN" dirty="0"/>
              <a:t>Vehicle Assistance API (Future Integration) </a:t>
            </a:r>
          </a:p>
          <a:p>
            <a:pPr marL="0" indent="0">
              <a:buNone/>
            </a:pPr>
            <a:r>
              <a:rPr lang="en-IN" b="1" dirty="0"/>
              <a:t>Development Steps</a:t>
            </a:r>
          </a:p>
          <a:p>
            <a:pPr lvl="0"/>
            <a:r>
              <a:rPr lang="en-IN" dirty="0"/>
              <a:t>Requirement Analysis </a:t>
            </a:r>
          </a:p>
          <a:p>
            <a:pPr lvl="0"/>
            <a:r>
              <a:rPr lang="en-IN" dirty="0"/>
              <a:t>UI/UX Design </a:t>
            </a:r>
          </a:p>
          <a:p>
            <a:pPr lvl="0"/>
            <a:r>
              <a:rPr lang="en-IN" dirty="0"/>
              <a:t>Frontend Development </a:t>
            </a:r>
          </a:p>
          <a:p>
            <a:pPr lvl="0"/>
            <a:r>
              <a:rPr lang="en-IN" dirty="0"/>
              <a:t>Backend Development </a:t>
            </a:r>
          </a:p>
          <a:p>
            <a:pPr lvl="0"/>
            <a:r>
              <a:rPr lang="en-IN" dirty="0"/>
              <a:t>Database Integration </a:t>
            </a:r>
          </a:p>
          <a:p>
            <a:pPr lvl="0"/>
            <a:r>
              <a:rPr lang="en-IN" dirty="0"/>
              <a:t>API Integration </a:t>
            </a:r>
          </a:p>
          <a:p>
            <a:pPr lvl="0"/>
            <a:r>
              <a:rPr lang="en-IN" dirty="0"/>
              <a:t>Testing </a:t>
            </a:r>
          </a:p>
          <a:p>
            <a:pPr lvl="0"/>
            <a:r>
              <a:rPr lang="en-IN" dirty="0"/>
              <a:t>Deployment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A3CA53-E67B-87D7-C44B-F07DF89F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18C481-AE92-CCB1-3997-F600BB58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73264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CF4D-362E-70D2-6475-B3CC90AF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/ REQUIRED RESOURCES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039337-3D99-0A5E-29F8-6388303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D7D1E-DC4D-EFEE-4B46-CE1FC9E26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Required Resources</a:t>
            </a:r>
          </a:p>
          <a:p>
            <a:pPr marL="0" indent="0">
              <a:buNone/>
            </a:pPr>
            <a:r>
              <a:rPr lang="en-IN" b="1" dirty="0"/>
              <a:t>Software</a:t>
            </a:r>
          </a:p>
          <a:p>
            <a:pPr lvl="0"/>
            <a:r>
              <a:rPr lang="en-IN" dirty="0"/>
              <a:t>Visual Studio Code </a:t>
            </a:r>
          </a:p>
          <a:p>
            <a:pPr lvl="0"/>
            <a:r>
              <a:rPr lang="en-IN" dirty="0"/>
              <a:t>MongoDB </a:t>
            </a:r>
          </a:p>
          <a:p>
            <a:pPr lvl="0"/>
            <a:r>
              <a:rPr lang="en-IN" dirty="0"/>
              <a:t>Node.js </a:t>
            </a:r>
          </a:p>
          <a:p>
            <a:pPr lvl="0"/>
            <a:r>
              <a:rPr lang="en-IN" dirty="0"/>
              <a:t>GitHub </a:t>
            </a:r>
          </a:p>
          <a:p>
            <a:pPr marL="0" indent="0">
              <a:buNone/>
            </a:pPr>
            <a:r>
              <a:rPr lang="en-IN" b="1" dirty="0"/>
              <a:t>Hardware</a:t>
            </a:r>
          </a:p>
          <a:p>
            <a:pPr lvl="0"/>
            <a:r>
              <a:rPr lang="en-IN" dirty="0"/>
              <a:t>Laptop/Desktop </a:t>
            </a:r>
          </a:p>
          <a:p>
            <a:pPr lvl="0"/>
            <a:r>
              <a:rPr lang="en-IN" dirty="0"/>
              <a:t>Internet Connection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92410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824D-B2FB-5DA4-8C26-FE4B4737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COST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F4204-A07E-1285-439E-5AB0226E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27AB8-83C6-F707-5F6E-AB949857E0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10099092" cy="409324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AAE7F4-7EC5-E6F1-0BEA-9CA75A89F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33817"/>
              </p:ext>
            </p:extLst>
          </p:nvPr>
        </p:nvGraphicFramePr>
        <p:xfrm>
          <a:off x="1069474" y="227575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993570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04851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7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 Tools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12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Hosting (Basic)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₹1500 - ₹3000 per year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Google Maps API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 Tier Available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353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MongoDB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140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98891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40B9-1298-6365-1F82-CC206650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8950C5-2EB1-715D-556A-F4AB8552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2B19D-E96A-ACE1-FA07-AEB96E6FE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💊 Nearby Pharmacy Finder </a:t>
            </a:r>
          </a:p>
          <a:p>
            <a:pPr lvl="0"/>
            <a:r>
              <a:rPr lang="en-IN" dirty="0"/>
              <a:t>🔥 Fire Station Locator </a:t>
            </a:r>
          </a:p>
          <a:p>
            <a:pPr lvl="0"/>
            <a:r>
              <a:rPr lang="en-IN" dirty="0"/>
              <a:t>☎ Emergency SOS Button </a:t>
            </a:r>
          </a:p>
          <a:p>
            <a:pPr lvl="0"/>
            <a:r>
              <a:rPr lang="en-IN" dirty="0"/>
              <a:t>🛡 Women's Safety Features </a:t>
            </a:r>
          </a:p>
          <a:p>
            <a:pPr lvl="0"/>
            <a:r>
              <a:rPr lang="en-IN" dirty="0"/>
              <a:t>🌐 Multi-language Support </a:t>
            </a:r>
          </a:p>
          <a:p>
            <a:pPr lvl="0"/>
            <a:r>
              <a:rPr lang="en-IN" dirty="0"/>
              <a:t>🧠 AI-based Personalized Recommendations </a:t>
            </a:r>
          </a:p>
          <a:p>
            <a:pPr lvl="0"/>
            <a:r>
              <a:rPr lang="en-IN" dirty="0"/>
              <a:t>📍 Real-time Service Tracking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22960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9167-5A39-B96D-913E-4BE3094C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 &amp; CONCLUSION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4CFD4F-6926-866F-9373-2E88373E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2B3D2-9228-0491-C9B3-3C914C698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476095"/>
            <a:ext cx="6718300" cy="40932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Team Members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Achutha Lasya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T. Hemakesh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A.Latheesh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K.Rishi</a:t>
            </a:r>
            <a:r>
              <a:rPr lang="en-US" dirty="0"/>
              <a:t> Vardhan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IN" dirty="0"/>
              <a:t>Assist IQ is designed to simplify access to everyday essential and emergency services by integrating them into a single web application.</a:t>
            </a:r>
          </a:p>
          <a:p>
            <a:r>
              <a:rPr lang="en-IN" dirty="0"/>
              <a:t>The platform improves convenience, saves valuable time, and enhances user safety by providing quick access to first aid, food delivery, roadside assistance, and nearby police stations.</a:t>
            </a:r>
          </a:p>
          <a:p>
            <a:pPr marL="0" indent="0">
              <a:buNone/>
            </a:pPr>
            <a:r>
              <a:rPr lang="en-IN" b="1" dirty="0"/>
              <a:t>Vision</a:t>
            </a:r>
          </a:p>
          <a:p>
            <a:r>
              <a:rPr lang="en-IN" b="1" dirty="0"/>
              <a:t>"One Platform. Every Essential Service. Anytime, Anywhere."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391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8FE0CE-EB12-4D4F-A36F-1189EEC128BF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66</TotalTime>
  <Words>477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Trade Gothic LT Pro</vt:lpstr>
      <vt:lpstr>Trebuchet MS</vt:lpstr>
      <vt:lpstr>Wingdings</vt:lpstr>
      <vt:lpstr>Office Theme</vt:lpstr>
      <vt:lpstr>ASSIST IQ</vt:lpstr>
      <vt:lpstr>PROBLEM STATEMENT</vt:lpstr>
      <vt:lpstr>PROPOSED SOLUTION</vt:lpstr>
      <vt:lpstr>HOW THE IDEA WORKS</vt:lpstr>
      <vt:lpstr>INNOVATION / UNIQUENESS</vt:lpstr>
      <vt:lpstr>TARGET USERS &amp; BENEFITS</vt:lpstr>
      <vt:lpstr>IMPLEMENTATION PLAN</vt:lpstr>
      <vt:lpstr>IMPLEMENTATION PLAN</vt:lpstr>
      <vt:lpstr>COST / REQUIRED RESOURCES</vt:lpstr>
      <vt:lpstr>ESTIMATED COST</vt:lpstr>
      <vt:lpstr>FUTURE SCOPE</vt:lpstr>
      <vt:lpstr>TEAM MEMBERS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VARDHAN KAVERI</dc:creator>
  <cp:lastModifiedBy>RISHI VARDHAN KAVERI</cp:lastModifiedBy>
  <cp:revision>1</cp:revision>
  <dcterms:created xsi:type="dcterms:W3CDTF">2026-08-05T04:17:23Z</dcterms:created>
  <dcterms:modified xsi:type="dcterms:W3CDTF">2026-08-05T05:24:08Z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